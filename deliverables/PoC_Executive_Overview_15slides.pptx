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Karnataka Schemes AI — Proof of Concept</a:t>
            </a:r>
          </a:p>
          <a:p>
            <a:pPr>
              <a:spcBef>
                <a:spcPts val="1200"/>
              </a:spcBef>
              <a:defRPr sz="1400"/>
            </a:pPr>
            <a:r>
              <a:t>Executive overview · 2026-04-10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 end-to-end assistant over government scheme content—not just a chat box</a:t>
            </a:r>
          </a:p>
          <a:p>
            <a:pPr>
              <a:defRPr sz="1800"/>
            </a:pPr>
            <a:r>
              <a:t>Grounded answers using your indexed documents plus optional rule context</a:t>
            </a:r>
          </a:p>
          <a:p>
            <a:pPr>
              <a:defRPr sz="1800"/>
            </a:pPr>
            <a:r>
              <a:t>Working demo: questions, scheme shortlist, downloadable application-kit 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Faster discovery of relevant schemes for citizens and field staff</a:t>
            </a:r>
          </a:p>
          <a:p>
            <a:pPr>
              <a:defRPr sz="1800"/>
            </a:pPr>
            <a:r>
              <a:t>Consistent packaging of scheme text into a printable kit (PoC)</a:t>
            </a:r>
          </a:p>
          <a:p>
            <a:pPr>
              <a:defRPr sz="1800"/>
            </a:pPr>
            <a:r>
              <a:t>Same engine usable from a web UI or API for future products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(one minute)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Official PDFs are ingested into a private searchable knowledge base</a:t>
            </a:r>
          </a:p>
          <a:p>
            <a:pPr>
              <a:defRPr sz="1800"/>
            </a:pPr>
            <a:r>
              <a:t>User questions pull the most relevant passages first, then an AI model words the answer</a:t>
            </a:r>
          </a:p>
          <a:p>
            <a:pPr>
              <a:defRPr sz="1800"/>
            </a:pPr>
            <a:r>
              <a:t>Optional steps improve search quality before the final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architecture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Retrieval-first design ties answers to source material</a:t>
            </a:r>
          </a:p>
          <a:p>
            <a:pPr>
              <a:defRPr sz="1800"/>
            </a:pPr>
            <a:r>
              <a:t>Orchestration allows refinement and transparency (what was read)</a:t>
            </a:r>
          </a:p>
          <a:p>
            <a:pPr>
              <a:defRPr sz="1800"/>
            </a:pPr>
            <a:r>
              <a:t>Export to PDF supports real-world “takeaway” workflows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(at a glance)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Python application; local vector database (Chroma)</a:t>
            </a:r>
          </a:p>
          <a:p>
            <a:pPr>
              <a:defRPr sz="1800"/>
            </a:pPr>
            <a:r>
              <a:t>Google Gemini for language generation</a:t>
            </a:r>
          </a:p>
          <a:p>
            <a:pPr>
              <a:defRPr sz="1800"/>
            </a:pPr>
            <a:r>
              <a:t>Streamlit demo + Flask API option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Flexibility for your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Vector DB, embeddings, and LLM can be swapped for cloud or on-prem options</a:t>
            </a:r>
          </a:p>
          <a:p>
            <a:pPr>
              <a:defRPr sz="1800"/>
            </a:pPr>
            <a:r>
              <a:t>Orchestration can later use standard frameworks if your IT prefers</a:t>
            </a:r>
          </a:p>
          <a:p>
            <a:pPr>
              <a:defRPr sz="1800"/>
            </a:pPr>
            <a:r>
              <a:t>We document trade-offs: cost, latency, compliance—not one-size-fits-all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Roadmap: trust and safety (planned)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Stronger grounding: relevance thresholds and “we don’t know” when data is thin</a:t>
            </a:r>
          </a:p>
          <a:p>
            <a:pPr>
              <a:defRPr sz="1800"/>
            </a:pPr>
            <a:r>
              <a:t>Clear citations and optional verification of claims against sources</a:t>
            </a:r>
          </a:p>
          <a:p>
            <a:pPr>
              <a:defRPr sz="1800"/>
            </a:pPr>
            <a:r>
              <a:t>Disclaimers: official portals remain authoritative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Roadmap: privacy and governance (planned)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 minimization and policies for what may be sent to AI providers</a:t>
            </a:r>
          </a:p>
          <a:p>
            <a:pPr>
              <a:defRPr sz="1800"/>
            </a:pPr>
            <a:r>
              <a:t>Audit trail of model and knowledge-base version—not just free-text logs</a:t>
            </a:r>
          </a:p>
          <a:p>
            <a:pPr>
              <a:defRPr sz="1800"/>
            </a:pPr>
            <a:r>
              <a:t>Access control and separation of dev vs production keys and quotas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Alignment with enterprise AI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Layered story: data → knowledge → orchestration → experience → governance</a:t>
            </a:r>
          </a:p>
          <a:p>
            <a:pPr>
              <a:defRPr sz="1800"/>
            </a:pPr>
            <a:r>
              <a:t>Can map to NIST AI RMF or ISO/IEC 42001 conversations when you need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proven vs what comes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Proven: working pipeline, demo UX, API hook, PDF export</a:t>
            </a:r>
          </a:p>
          <a:p>
            <a:pPr>
              <a:defRPr sz="1800"/>
            </a:pPr>
            <a:r>
              <a:t>Next: production hardening, guardrails, privacy controls, SLAs—scoped to your sector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Suggested next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Pilot scope: corpus, users, compliance constraints</a:t>
            </a:r>
          </a:p>
          <a:p>
            <a:pPr>
              <a:defRPr sz="1800"/>
            </a:pPr>
            <a:r>
              <a:t>Hosting: your cloud, VPC, or air-gapped options</a:t>
            </a:r>
          </a:p>
          <a:p>
            <a:pPr>
              <a:defRPr sz="1800"/>
            </a:pPr>
            <a:r>
              <a:t>Success metrics: accuracy checks, user satisfaction, time saved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this serves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Citizens and field staff exploring eligibility and steps</a:t>
            </a:r>
          </a:p>
          <a:p>
            <a:pPr>
              <a:defRPr sz="1800"/>
            </a:pPr>
            <a:r>
              <a:t>Program teams needing consistent scheme text in one place</a:t>
            </a:r>
          </a:p>
          <a:p>
            <a:pPr>
              <a:defRPr sz="1800"/>
            </a:pPr>
            <a:r>
              <a:t>Partners integrating via API into existing portals or contact centres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Ways to engage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Pilot: limited corpus, defined users, success criteria</a:t>
            </a:r>
          </a:p>
          <a:p>
            <a:pPr>
              <a:defRPr sz="1800"/>
            </a:pPr>
            <a:r>
              <a:t>Co-development: guardrails and hosting aligned to your IT policy</a:t>
            </a:r>
          </a:p>
          <a:p>
            <a:pPr>
              <a:defRPr sz="1800"/>
            </a:pPr>
            <a:r>
              <a:t>Support: iteration on accuracy, UX, and governance milestones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Questions and deep-dive sessions welcome</a:t>
            </a:r>
          </a:p>
          <a:p>
            <a:pPr>
              <a:defRPr sz="1800"/>
            </a:pPr>
            <a:r>
              <a:t>Deck date: 2026-04-10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1">
            <a:extLst>
              <a:ext uri="{FF2B5EF4-FFF2-40B4-BE49-F238E27FC236}">
                <a16:creationId xmlns:a16="http://schemas.microsoft.com/office/drawing/2014/main" id="{55C646C6-CCE1-AE69-3ED5-6E6249821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0" y="0"/>
            <a:ext cx="5486400" cy="763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89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E9E0F4-933F-DDCB-F617-E05A6E6E7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473" y="1211388"/>
            <a:ext cx="4077053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79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481</Words>
  <Application>Microsoft Office PowerPoint</Application>
  <PresentationFormat>On-screen Show (4:3)</PresentationFormat>
  <Paragraphs>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What we built</vt:lpstr>
      <vt:lpstr>Business value</vt:lpstr>
      <vt:lpstr>How it works (one minute)</vt:lpstr>
      <vt:lpstr>Why this architecture matters</vt:lpstr>
      <vt:lpstr>Technology (at a glance)</vt:lpstr>
      <vt:lpstr>Flexibility for your environment</vt:lpstr>
      <vt:lpstr>Roadmap: trust and safety (planned)</vt:lpstr>
      <vt:lpstr>Roadmap: privacy and governance (planned)</vt:lpstr>
      <vt:lpstr>Alignment with enterprise AI practice</vt:lpstr>
      <vt:lpstr>What is proven vs what comes next</vt:lpstr>
      <vt:lpstr>Suggested next conversation</vt:lpstr>
      <vt:lpstr>Who this serves</vt:lpstr>
      <vt:lpstr>Ways to engage</vt:lpstr>
      <vt:lpstr>Thank you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Paramu Kurumathur</cp:lastModifiedBy>
  <cp:revision>2</cp:revision>
  <dcterms:created xsi:type="dcterms:W3CDTF">2013-01-27T09:14:16Z</dcterms:created>
  <dcterms:modified xsi:type="dcterms:W3CDTF">2026-04-11T01:35:45Z</dcterms:modified>
  <cp:category/>
</cp:coreProperties>
</file>