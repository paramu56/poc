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Karnataka Schemes AI — Technical Deep Dive</a:t>
            </a:r>
          </a:p>
          <a:p>
            <a:pPr>
              <a:spcBef>
                <a:spcPts val="1200"/>
              </a:spcBef>
              <a:defRPr sz="1400"/>
            </a:pPr>
            <a:r>
              <a:t>Architecture, modules, stack · 2026-04-10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Repository-shaped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content/: ingest, RAG orchestration, Streamlit PoC, Flask app, PDF utilities</a:t>
            </a:r>
          </a:p>
          <a:p>
            <a:pPr>
              <a:defRPr sz="1800"/>
            </a:pPr>
            <a:r>
              <a:t>Chroma persistent DB + sentence-transformers embeddings (default MiniLM L6 v2)</a:t>
            </a:r>
          </a:p>
          <a:p>
            <a:pPr>
              <a:defRPr sz="1800"/>
            </a:pPr>
            <a:r>
              <a:t>Gemini via google-genai; env: GEMINI_API_KEY, optional GEMINI_CONTEXT_CHUNK_CHARS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ingest_karnataka_schemes.py: pypdf → per-page text → scheme-block heuristics</a:t>
            </a:r>
          </a:p>
          <a:p>
            <a:pPr>
              <a:defRPr sz="1800"/>
            </a:pPr>
            <a:r>
              <a:t>Metadata: scheme_name, page, category, tags, source path</a:t>
            </a:r>
          </a:p>
          <a:p>
            <a:pPr>
              <a:defRPr sz="1800"/>
            </a:pPr>
            <a:r>
              <a:t>Cypher-style rules compiled to data/graph_compiled.json (no Neo4j in PoC)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orchestrated_rag_schemes.py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_retrieve / _format_context_block: Chroma query + numbered context for LLM</a:t>
            </a:r>
          </a:p>
          <a:p>
            <a:pPr>
              <a:defRPr sz="1800"/>
            </a:pPr>
            <a:r>
              <a:t>Optional _ask_gemini_for_refinements → extra _retrieve passes</a:t>
            </a:r>
          </a:p>
          <a:p>
            <a:pPr>
              <a:defRPr sz="1800"/>
            </a:pPr>
            <a:r>
              <a:t>graph_addon_for_metadatas: inject filtered graph statements</a:t>
            </a:r>
          </a:p>
          <a:p>
            <a:pPr>
              <a:defRPr sz="1800"/>
            </a:pPr>
            <a:r>
              <a:t>run_orchestrated_rag_result: answer + citations + debug dict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poc_streamlit.py: run_orchestrated_rag_result, scheme picker, poc_pdf kit</a:t>
            </a:r>
          </a:p>
          <a:p>
            <a:pPr>
              <a:defRPr sz="1800"/>
            </a:pPr>
            <a:r>
              <a:t>scheme_source_pdf.py: match section in source PDF for kit body (fallback: indexed chunks)</a:t>
            </a:r>
          </a:p>
          <a:p>
            <a:pPr>
              <a:defRPr sz="1800"/>
            </a:pPr>
            <a:r>
              <a:t>app.py: Flask /api/ask → same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graph_scheme_documents.py: DEPENDS_ON → required documents</a:t>
            </a:r>
          </a:p>
          <a:p>
            <a:pPr>
              <a:defRPr sz="1800"/>
            </a:pPr>
            <a:r>
              <a:t>user_profile.py / scheme_choice_label.py: question composition and labels</a:t>
            </a:r>
          </a:p>
          <a:p>
            <a:pPr>
              <a:defRPr sz="1800"/>
            </a:pPr>
            <a:r>
              <a:t>poc_nearby.py: Nominatim + haversine to CSV centres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Vector: Chroma · Embeddings: SentenceTransformers · PDF: pypdf / fpdf2</a:t>
            </a:r>
          </a:p>
          <a:p>
            <a:pPr>
              <a:defRPr sz="1800"/>
            </a:pPr>
            <a:r>
              <a:t>LLM: Gemini · UI: Streamlit, Flask · Geo: Nominatim (PoC)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Alternative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Vector: Qdrant, Milvus, pgvector · LLM: OpenAI, Anthropic, local vLLM</a:t>
            </a:r>
          </a:p>
          <a:p>
            <a:pPr>
              <a:defRPr sz="1800"/>
            </a:pPr>
            <a:r>
              <a:t>Orchestration: LangChain / LlamaIndex if customer standardizes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guardrails (design)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Distance thresholds, abstention, structured output + verification pass</a:t>
            </a:r>
          </a:p>
          <a:p>
            <a:pPr>
              <a:defRPr sz="1800"/>
            </a:pPr>
            <a:r>
              <a:t>PII redaction hooks in logs; input/output policy filters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Planned privacy / governance (design)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Key rotation, RBAC, corpus versioning, audit metadata (model + index id)</a:t>
            </a:r>
          </a:p>
          <a:p>
            <a:pPr>
              <a:defRPr sz="1800"/>
            </a:pPr>
            <a:r>
              <a:t>Vendor DPAs and regional deployment options per customer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(PoC)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Not full production monitoring, auth, or multi-tenant isolation</a:t>
            </a:r>
          </a:p>
          <a:p>
            <a:pPr>
              <a:defRPr sz="1800"/>
            </a:pPr>
            <a:r>
              <a:t>Guardrails/governance items above are roadmap, not shipped behaviour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NIST AI RMF, ISO/IEC 42001 for enterprise risk conversations</a:t>
            </a:r>
          </a:p>
          <a:p>
            <a:pPr>
              <a:defRPr sz="1800"/>
            </a:pPr>
            <a:r>
              <a:t>EU AI Act where applicable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GEMINI_API_KEY required; GEMINI_CONTEXT_CHUNK_CHARS caps context per chunk</a:t>
            </a:r>
          </a:p>
          <a:p>
            <a:pPr>
              <a:defRPr sz="1800"/>
            </a:pPr>
            <a:r>
              <a:t>GEMINI_CALL_SPACING_S / skip-refinement env flags manage quota bursts</a:t>
            </a:r>
          </a:p>
          <a:p>
            <a:pPr>
              <a:defRPr sz="1800"/>
            </a:pPr>
            <a:r>
              <a:t>Chroma path + collection + embedding model must match ingest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Reproducing locally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pip install -r requirements-poc.txt (+ chromadb, pypdf, sentence-transformers)</a:t>
            </a:r>
          </a:p>
          <a:p>
            <a:pPr>
              <a:defRPr sz="1800"/>
            </a:pPr>
            <a:r>
              <a:t>Run ingest on data/Karnataka Schemes.pdf → persistent Chroma DB</a:t>
            </a:r>
          </a:p>
          <a:p>
            <a:pPr>
              <a:defRPr sz="1800"/>
            </a:pPr>
            <a:r>
              <a:t>streamlit run poc_streamlit.py or Flask app.py for /api/ask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Technical deep dive: code walkthrough, deployment sketch, load tests on request</a:t>
            </a:r>
          </a:p>
          <a:p>
            <a:pPr>
              <a:defRPr sz="1800"/>
            </a:pPr>
            <a:r>
              <a:t>2026-04-10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